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9" r:id="rId4"/>
    <p:sldId id="266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39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7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543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0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03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4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27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81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44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86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068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918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s/pensamiento-luz-bombilla-idea-306208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30018-footprints-imag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109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vgsilh.com/image/25835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20C9F2-7E7D-D3C4-BF84-4E2F80A64B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705" b="2281"/>
          <a:stretch>
            <a:fillRect/>
          </a:stretch>
        </p:blipFill>
        <p:spPr>
          <a:xfrm>
            <a:off x="0" y="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600" y="1066800"/>
            <a:ext cx="4681728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B68D5-E4C7-380B-A154-25DEF394A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9722" y="1562101"/>
            <a:ext cx="3884568" cy="2738530"/>
          </a:xfrm>
        </p:spPr>
        <p:txBody>
          <a:bodyPr anchor="t">
            <a:normAutofit/>
          </a:bodyPr>
          <a:lstStyle/>
          <a:p>
            <a:r>
              <a:rPr lang="lv-LV" sz="4800" dirty="0" err="1"/>
              <a:t>AquaGO</a:t>
            </a:r>
            <a:r>
              <a:rPr lang="lv-LV" sz="4800" dirty="0"/>
              <a:t>! 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6EF33-5DFA-644E-C236-2E1F0BD93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9722" y="4321622"/>
            <a:ext cx="3813048" cy="941832"/>
          </a:xfrm>
        </p:spPr>
        <p:txBody>
          <a:bodyPr>
            <a:normAutofit/>
          </a:bodyPr>
          <a:lstStyle/>
          <a:p>
            <a:r>
              <a:rPr lang="lv-LV" sz="2000" dirty="0"/>
              <a:t>Matīss </a:t>
            </a:r>
            <a:r>
              <a:rPr lang="lv-LV" sz="2000" dirty="0" err="1"/>
              <a:t>stepuļenoks</a:t>
            </a:r>
            <a:r>
              <a:rPr lang="lv-LV" sz="2000" dirty="0"/>
              <a:t> 12</a:t>
            </a:r>
            <a:r>
              <a:rPr lang="lv-LV" sz="2000"/>
              <a:t>.klase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619035" y="3435440"/>
            <a:ext cx="0" cy="46908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221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FA40-5E29-6CE7-2609-9A6F0046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Projekta ideja un mērķauditorija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BD0EF-01D3-F6A3-4678-FBE9B318B2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lv-LV" dirty="0" err="1"/>
              <a:t>AquaGO</a:t>
            </a:r>
            <a:r>
              <a:rPr lang="lv-LV" dirty="0"/>
              <a:t>! ir spēle, kas motivē jauniešus vairāk kustēties.</a:t>
            </a:r>
          </a:p>
          <a:p>
            <a:r>
              <a:rPr lang="lv-LV" dirty="0"/>
              <a:t>Ideja nāca no ilgas vēlmes uztaisīt spēli, manis paša interesēm.</a:t>
            </a:r>
          </a:p>
          <a:p>
            <a:r>
              <a:rPr lang="lv-LV" dirty="0"/>
              <a:t>Spēle paredzēta jauniešiem, spēļu </a:t>
            </a:r>
            <a:r>
              <a:rPr lang="lv-LV" dirty="0" err="1"/>
              <a:t>iecienītājiem</a:t>
            </a:r>
            <a:r>
              <a:rPr lang="lv-LV" dirty="0"/>
              <a:t>, un cilvēkiem, kuri vēlas motivāciju vairāk kustēties.</a:t>
            </a:r>
          </a:p>
          <a:p>
            <a:endParaRPr lang="lv-LV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BA71BC-A385-7594-A5FF-D17856DCB7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50627" y="1920874"/>
            <a:ext cx="3580381" cy="3565525"/>
          </a:xfrm>
        </p:spPr>
      </p:pic>
    </p:spTree>
    <p:extLst>
      <p:ext uri="{BB962C8B-B14F-4D97-AF65-F5344CB8AC3E}">
        <p14:creationId xmlns:p14="http://schemas.microsoft.com/office/powerpoint/2010/main" val="31794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21C0-2518-BF2B-449B-B47029F2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Projekta lietderīgums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ED8CA-0D28-B1BE-2DEC-6531B35EF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lv-LV" sz="2000" dirty="0"/>
              <a:t>Daudzi cilvēki ikdienā kustas pārāk maz.</a:t>
            </a:r>
          </a:p>
          <a:p>
            <a:pPr marL="265176" lvl="1" indent="0">
              <a:buNone/>
            </a:pPr>
            <a:endParaRPr lang="lv-LV" sz="2000" dirty="0"/>
          </a:p>
          <a:p>
            <a:pPr lvl="1"/>
            <a:r>
              <a:rPr lang="lv-LV" sz="2000" dirty="0"/>
              <a:t>Spēle </a:t>
            </a:r>
            <a:r>
              <a:rPr lang="lv-LV" sz="2000" dirty="0" err="1"/>
              <a:t>AquaGO</a:t>
            </a:r>
            <a:r>
              <a:rPr lang="lv-LV" sz="2000" dirty="0"/>
              <a:t>! motivē lietotājus staigāt vairāk, pārvēršot fiziskās aktivitātes spēles progresā.</a:t>
            </a:r>
          </a:p>
          <a:p>
            <a:pPr marL="265176" lvl="1" indent="0">
              <a:buNone/>
            </a:pPr>
            <a:endParaRPr lang="lv-LV" sz="2000" dirty="0"/>
          </a:p>
          <a:p>
            <a:pPr lvl="1"/>
            <a:r>
              <a:rPr lang="lv-LV" sz="2000" dirty="0"/>
              <a:t>Tas palīdz uzlabot veselību, radīt motivāciju kustēties, apvienot fiziskās aktivitātes ar spēli.</a:t>
            </a:r>
          </a:p>
        </p:txBody>
      </p:sp>
    </p:spTree>
    <p:extLst>
      <p:ext uri="{BB962C8B-B14F-4D97-AF65-F5344CB8AC3E}">
        <p14:creationId xmlns:p14="http://schemas.microsoft.com/office/powerpoint/2010/main" val="247015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0427E-773B-9764-90A3-2560135B6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Spēles galvenās funkcijas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6C531-915D-B47F-B5AB-BF10171A41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dirty="0"/>
              <a:t>Spēles galvenās funkcijas iekļauj:</a:t>
            </a:r>
          </a:p>
          <a:p>
            <a:r>
              <a:rPr lang="lv-LV" dirty="0"/>
              <a:t>Soļu skaitīšana</a:t>
            </a:r>
          </a:p>
          <a:p>
            <a:r>
              <a:rPr lang="lv-LV" dirty="0"/>
              <a:t>Soļu pārvēršana monētās</a:t>
            </a:r>
          </a:p>
          <a:p>
            <a:r>
              <a:rPr lang="lv-LV" dirty="0"/>
              <a:t>Zivju pirkšana un pārdošana</a:t>
            </a:r>
          </a:p>
          <a:p>
            <a:r>
              <a:rPr lang="lv-LV" dirty="0"/>
              <a:t>Iespēja būt par viesi vai izveidot kontu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3B43BD-E553-A6AD-1AB4-6935E65AF3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92806" y="1646237"/>
            <a:ext cx="3483216" cy="3565525"/>
          </a:xfrm>
        </p:spPr>
      </p:pic>
    </p:spTree>
    <p:extLst>
      <p:ext uri="{BB962C8B-B14F-4D97-AF65-F5344CB8AC3E}">
        <p14:creationId xmlns:p14="http://schemas.microsoft.com/office/powerpoint/2010/main" val="707219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DFF5-4484-1C0B-1526-71DE77DAC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Izstrādes līdzekļi un izstrādes patērētais laiks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FF0BA-FA99-8798-B3B8-F8174B80AB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dirty="0"/>
              <a:t>Projekta izstrādei tika izmantoti:</a:t>
            </a:r>
          </a:p>
          <a:p>
            <a:r>
              <a:rPr lang="lv-LV" dirty="0" err="1"/>
              <a:t>Unity</a:t>
            </a:r>
            <a:endParaRPr lang="lv-LV" dirty="0"/>
          </a:p>
          <a:p>
            <a:r>
              <a:rPr lang="lv-LV" dirty="0"/>
              <a:t>C# programmēšanas valoda</a:t>
            </a:r>
          </a:p>
          <a:p>
            <a:r>
              <a:rPr lang="lv-LV" dirty="0" err="1"/>
              <a:t>SQLite</a:t>
            </a:r>
            <a:r>
              <a:rPr lang="lv-LV" dirty="0"/>
              <a:t> datubāze viesiem</a:t>
            </a:r>
          </a:p>
          <a:p>
            <a:r>
              <a:rPr lang="lv-LV" dirty="0" err="1"/>
              <a:t>Firestore</a:t>
            </a:r>
            <a:r>
              <a:rPr lang="lv-LV" dirty="0"/>
              <a:t> </a:t>
            </a:r>
            <a:r>
              <a:rPr lang="lv-LV" dirty="0" err="1"/>
              <a:t>Cloud</a:t>
            </a:r>
            <a:r>
              <a:rPr lang="lv-LV" dirty="0"/>
              <a:t> reģistrētiem lietotājiem</a:t>
            </a:r>
          </a:p>
          <a:p>
            <a:r>
              <a:rPr lang="lv-LV" dirty="0" err="1"/>
              <a:t>GitHub</a:t>
            </a:r>
            <a:r>
              <a:rPr lang="lv-LV" dirty="0"/>
              <a:t> versiju kontrolei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60D12-2237-CCF4-9D7F-FC4C8B419D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lv-LV" dirty="0"/>
              <a:t>Projekta izstrādei tika veltītas vairāk par 100 stundām.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41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5662-70A2-633A-94DD-97450A6C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Projekta gaita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9E66C-FA09-AE88-11F3-32048FA3B6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dirty="0"/>
              <a:t>Projekta izstrāde notika vairākos posmos:</a:t>
            </a:r>
          </a:p>
          <a:p>
            <a:r>
              <a:rPr lang="lv-LV" dirty="0"/>
              <a:t>Idejas izveide</a:t>
            </a:r>
          </a:p>
          <a:p>
            <a:r>
              <a:rPr lang="lv-LV" dirty="0"/>
              <a:t>Spēles dizaina prototipu izveide</a:t>
            </a:r>
          </a:p>
          <a:p>
            <a:r>
              <a:rPr lang="lv-LV" dirty="0"/>
              <a:t>Spēles funkciju izstrāde</a:t>
            </a:r>
          </a:p>
          <a:p>
            <a:r>
              <a:rPr lang="lv-LV" dirty="0"/>
              <a:t>Testēšana</a:t>
            </a:r>
          </a:p>
          <a:p>
            <a:r>
              <a:rPr lang="lv-LV" dirty="0"/>
              <a:t>Dokumentācijas izstrāde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28AA5-2F73-7501-F294-394A552D28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2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13BD5-1A49-EA30-D50A-C58DF37E2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Problēmas ar kurām nācās saskarties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2EA98-4439-5890-93E3-77CE996F3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2633472"/>
            <a:ext cx="7265963" cy="3566160"/>
          </a:xfrm>
        </p:spPr>
        <p:txBody>
          <a:bodyPr/>
          <a:lstStyle/>
          <a:p>
            <a:r>
              <a:rPr lang="lv-LV" dirty="0"/>
              <a:t>Izveidoju visu spēles interfeisu pirms dizaina izstrādes, nācās iemācīties kā izmantot enkurus</a:t>
            </a:r>
          </a:p>
          <a:p>
            <a:r>
              <a:rPr lang="lv-LV" dirty="0"/>
              <a:t>Grūtības ar zivju </a:t>
            </a:r>
            <a:r>
              <a:rPr lang="lv-LV" dirty="0" err="1"/>
              <a:t>ScriptableObjects</a:t>
            </a:r>
            <a:r>
              <a:rPr lang="lv-LV" dirty="0"/>
              <a:t> izveidi (zivju dati)</a:t>
            </a:r>
          </a:p>
          <a:p>
            <a:r>
              <a:rPr lang="lv-LV" dirty="0"/>
              <a:t>Bija daži vairāku dienu periodi, kad nespēju atrast motivāciju pat atvērt projektu</a:t>
            </a:r>
          </a:p>
          <a:p>
            <a:r>
              <a:rPr lang="lv-LV" dirty="0"/>
              <a:t>Soļi netiek skaitīti, kad telefons ir izslēgts vai spēle iet fonā.</a:t>
            </a:r>
          </a:p>
          <a:p>
            <a:endParaRPr lang="lv-LV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F5175F-E953-4D63-EB9F-F93E0BA61E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96374" y="2633472"/>
            <a:ext cx="2934634" cy="2934634"/>
          </a:xfrm>
        </p:spPr>
      </p:pic>
    </p:spTree>
    <p:extLst>
      <p:ext uri="{BB962C8B-B14F-4D97-AF65-F5344CB8AC3E}">
        <p14:creationId xmlns:p14="http://schemas.microsoft.com/office/powerpoint/2010/main" val="1025462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DA22-8877-A046-C2EC-15FAB982A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Ko es ieguvu no šī projekta?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EB467-B85D-0A2E-9D40-69A552FB4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dirty="0"/>
              <a:t>No šī projekta izstrādes ieguvu milzīgu daudzumu pieredzi, kas iekļauj:</a:t>
            </a:r>
          </a:p>
          <a:p>
            <a:r>
              <a:rPr lang="lv-LV" dirty="0"/>
              <a:t>Uzlaboju C# programmēšanas prasmes</a:t>
            </a:r>
          </a:p>
          <a:p>
            <a:r>
              <a:rPr lang="lv-LV" dirty="0" err="1"/>
              <a:t>Iemācijos</a:t>
            </a:r>
            <a:r>
              <a:rPr lang="lv-LV" dirty="0"/>
              <a:t> izveidot 2D projektu iekš </a:t>
            </a:r>
            <a:r>
              <a:rPr lang="lv-LV" dirty="0" err="1"/>
              <a:t>Unity</a:t>
            </a:r>
            <a:endParaRPr lang="lv-LV" dirty="0"/>
          </a:p>
          <a:p>
            <a:r>
              <a:rPr lang="lv-LV" dirty="0"/>
              <a:t>Apguvu izmantot </a:t>
            </a:r>
            <a:r>
              <a:rPr lang="lv-LV" dirty="0" err="1"/>
              <a:t>Firebase</a:t>
            </a:r>
            <a:r>
              <a:rPr lang="lv-LV" dirty="0"/>
              <a:t> </a:t>
            </a:r>
            <a:r>
              <a:rPr lang="lv-LV" dirty="0" err="1"/>
              <a:t>Authentication</a:t>
            </a:r>
            <a:r>
              <a:rPr lang="lv-LV" dirty="0"/>
              <a:t> un </a:t>
            </a:r>
            <a:r>
              <a:rPr lang="lv-LV" dirty="0" err="1"/>
              <a:t>Firestore</a:t>
            </a:r>
            <a:r>
              <a:rPr lang="lv-LV" dirty="0"/>
              <a:t> </a:t>
            </a:r>
            <a:r>
              <a:rPr lang="lv-LV" dirty="0" err="1"/>
              <a:t>Cloud</a:t>
            </a:r>
            <a:endParaRPr lang="lv-LV" dirty="0"/>
          </a:p>
          <a:p>
            <a:r>
              <a:rPr lang="lv-LV" dirty="0" err="1"/>
              <a:t>Iemācijos</a:t>
            </a:r>
            <a:r>
              <a:rPr lang="lv-LV" dirty="0"/>
              <a:t> veidot labāku UI</a:t>
            </a:r>
          </a:p>
          <a:p>
            <a:r>
              <a:rPr lang="lv-LV" dirty="0" err="1"/>
              <a:t>Iemācijos</a:t>
            </a:r>
            <a:r>
              <a:rPr lang="lv-LV" dirty="0"/>
              <a:t> plānot samērā liela projekta izstrādi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44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C80E2-3D1E-9F3F-F008-66710B9D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Kā pilnveidot projektu?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33DC8-150F-511F-8116-BCD6937CC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2606040"/>
            <a:ext cx="5212080" cy="3566160"/>
          </a:xfrm>
        </p:spPr>
        <p:txBody>
          <a:bodyPr/>
          <a:lstStyle/>
          <a:p>
            <a:pPr marL="0" indent="0">
              <a:buNone/>
            </a:pPr>
            <a:r>
              <a:rPr lang="lv-LV" dirty="0"/>
              <a:t>Nākotnē varētu pievienot:</a:t>
            </a:r>
          </a:p>
          <a:p>
            <a:r>
              <a:rPr lang="lv-LV" dirty="0"/>
              <a:t>Vairāk zivju sugas</a:t>
            </a:r>
          </a:p>
          <a:p>
            <a:r>
              <a:rPr lang="lv-LV" dirty="0"/>
              <a:t>Spēju mainīt akvārija izskatu</a:t>
            </a:r>
          </a:p>
          <a:p>
            <a:r>
              <a:rPr lang="lv-LV" dirty="0"/>
              <a:t>Soļu līderu tabulu</a:t>
            </a:r>
          </a:p>
          <a:p>
            <a:r>
              <a:rPr lang="lv-LV" dirty="0"/>
              <a:t>Uzlabošanas sistēma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D65719-6822-9839-1CED-D10274F7F2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559227" y="1646237"/>
            <a:ext cx="2278844" cy="3565525"/>
          </a:xfrm>
        </p:spPr>
      </p:pic>
    </p:spTree>
    <p:extLst>
      <p:ext uri="{BB962C8B-B14F-4D97-AF65-F5344CB8AC3E}">
        <p14:creationId xmlns:p14="http://schemas.microsoft.com/office/powerpoint/2010/main" val="3823045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3DDEDC-51C1-E048-3F2C-9AFCAF3F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331720"/>
            <a:ext cx="10890929" cy="1097280"/>
          </a:xfrm>
        </p:spPr>
        <p:txBody>
          <a:bodyPr>
            <a:normAutofit/>
          </a:bodyPr>
          <a:lstStyle/>
          <a:p>
            <a:pPr algn="ctr"/>
            <a:r>
              <a:rPr lang="lv-LV" sz="6000" dirty="0"/>
              <a:t>Paldies par uzmanību!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65559723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291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Grandview Display</vt:lpstr>
      <vt:lpstr>DashVTI</vt:lpstr>
      <vt:lpstr>AquaGO! </vt:lpstr>
      <vt:lpstr>Projekta ideja un mērķauditorija</vt:lpstr>
      <vt:lpstr>Projekta lietderīgums</vt:lpstr>
      <vt:lpstr>Spēles galvenās funkcijas</vt:lpstr>
      <vt:lpstr>Izstrādes līdzekļi un izstrādes patērētais laiks</vt:lpstr>
      <vt:lpstr>Projekta gaita</vt:lpstr>
      <vt:lpstr>Problēmas ar kurām nācās saskarties</vt:lpstr>
      <vt:lpstr>Ko es ieguvu no šī projekta?</vt:lpstr>
      <vt:lpstr>Kā pilnveidot projektu?</vt:lpstr>
      <vt:lpstr>Paldies par uzmanību!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Matiss Stepulenoks</dc:creator>
  <cp:lastModifiedBy>Matiss Stepulenoks</cp:lastModifiedBy>
  <cp:revision>3</cp:revision>
  <dcterms:created xsi:type="dcterms:W3CDTF">2026-03-04T20:36:31Z</dcterms:created>
  <dcterms:modified xsi:type="dcterms:W3CDTF">2026-03-05T17:17:03Z</dcterms:modified>
</cp:coreProperties>
</file>